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766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  <a:latin typeface="Aptos Display"/>
              </a:defRPr>
            </a:pPr>
            <a:r>
              <a:t>Yankee Park - Lot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ptos"/>
              </a:defRPr>
            </a:pPr>
            <a:r>
              <a:t>Interactive SVG map converted from the source HTML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5840"/>
            <a:ext cx="6629400" cy="8586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